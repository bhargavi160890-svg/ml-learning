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Test accuracy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Augmented RN18</c:v>
                  </c:pt>
                  <c:pt idx="1">
                    <c:v>Fine-tuned VGG16</c:v>
                  </c:pt>
                  <c:pt idx="2">
                    <c:v>ResNet18 base</c:v>
                  </c:pt>
                  <c:pt idx="3">
                    <c:v>Ensemble</c:v>
                  </c:pt>
                  <c:pt idx="4">
                    <c:v>Pruned VGG16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92.35</c:v>
                </c:pt>
                <c:pt idx="1">
                  <c:v>94.71</c:v>
                </c:pt>
                <c:pt idx="2">
                  <c:v>95.29</c:v>
                </c:pt>
                <c:pt idx="3">
                  <c:v>95.29</c:v>
                </c:pt>
                <c:pt idx="4">
                  <c:v>95.88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"/>
          <c:min val="90"/>
        </c:scaling>
        <c:delete val="0"/>
        <c:axPos val="b"/>
        <c:majorGridlines>
          <c:spPr>
            <a:ln w="12700" cap="flat">
              <a:solidFill>
                <a:srgbClr val="E2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MH1-2 classification and optimization, MH3-4 compression and deployment, MH5-6 generation and ceiling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Pruning beat both the ensemble and distillation while staying a single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MH4 was made self-contained so no large artifact transfer was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GAN closes the loop: the classifier from MH1-2 validates the generator from MH5.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fix is a small reproducible change: validation-set checks, deterministic seeds, automatic checkpointing.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the next win comes from the dataset, not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1371600"/>
            <a:ext cx="4937760" cy="4937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Learning Journal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Classification → Generation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notebooks (MH1–MH6) condensed into one record: transfer learning, optimization, compression, ONNX deployment, conditional generation, and a dataset-ceiling test.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95.88%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after INT8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ceiling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MH1–MH2  ·  Baseline &amp; Optimization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and VGG16 on 1125 images across 4 weather classes, split 70/15/15 (seed = 42)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6400800" cy="1042416"/>
          </a:xfrm>
          <a:prstGeom prst="roundRect">
            <a:avLst>
              <a:gd name="adj" fmla="val 701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transfer learning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116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feature extractors, classifier head only. ResNet18 95.29% test (5.32% gap); VGG16 94.71% (1.58% gap). Grad-CAM and confusion matrices exposed complementary failure modes.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6400800" cy="1042416"/>
          </a:xfrm>
          <a:prstGeom prst="roundRect">
            <a:avLst>
              <a:gd name="adj" fmla="val 701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821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962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misfire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23697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15° rotation and ColorJitter dropped test accuracy to 92.35% — frozen features could not adapt and the FC head was too limited.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6400800" cy="1042416"/>
          </a:xfrm>
          <a:prstGeom prst="roundRect">
            <a:avLst>
              <a:gd name="adj" fmla="val 701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4074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+ ensemble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46227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Unfroze the last conv block with discriminative LRs (conv 1e-4 SGD, FC 1e-3 Adam): 94.71% test, 97.62% val, early stop at epoch 12. Soft voting lifted the pair to 95.29%.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6400800" cy="1042416"/>
          </a:xfrm>
          <a:prstGeom prst="roundRect">
            <a:avLst>
              <a:gd name="adj" fmla="val 701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632704"/>
            <a:ext cx="384048" cy="384048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5413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as regularizer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6875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L1 pruning at 70% plus 5 epochs of fine-tuning pushed VGG16 to 95.88% — the best result of the whole journal.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269480" y="1645920"/>
          <a:ext cx="4343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7269480" y="4754880"/>
            <a:ext cx="4343400" cy="1481328"/>
          </a:xfrm>
          <a:prstGeom prst="roundRect">
            <a:avLst>
              <a:gd name="adj" fmla="val 4938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4892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a Colab T4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519379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1.37s · Student 1.34s · Pruned VGG16 1.49s · VGG16 1.74s · Ensemble 1.80s. The ensemble buys accuracy at the highest latency cost.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MH3–MH4  ·  Compression &amp; Deployment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weak random student to a pretrained one, then out to ONNX and a live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distillation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238658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3317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CNN student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060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teacher, T = 3, α = 0.7, 23.9M params → 91.18% accuracy (95.7% transfer).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566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student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04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Pretrained, 3.4M params, depthwise separable convs, classifier swapped for Linear(1280, 4).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855464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48006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5074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compact backbones — MobileNet, EfficientNet-Lite — are the right students for production distillation.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export &amp; quantization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0" y="23317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432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512.2 MB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1.3× faster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23317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2432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128.1 MB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~390 ms CPU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6118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is 4× smaller but slower on a generic CPU — target hardware decides whether quantization pays off.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160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cleared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49884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.pt download (185 MB vs 512 MB) → retrained and pruned inside the notebook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 exporter mishandled a VGG reshape → exported with dynamo=False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oscillation after pruning → best-checkpoint saving, LR 5e-5, validate on val 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hardening → wttr.in instead of a keyed API, files.upload import, 224×224 preprocessing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MH5–MH6  ·  Generation &amp; the Ceiling Test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GAN that generates weather, and a deeper model that proves the dataset limit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MH5 — Conditional GAN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7004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outputs normalized to [-1, 1]. nn.Embedding for class conditioning; generator trained from scratch, discriminator reuses frozen VGG16 features.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393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31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 (real = 0.9) softens discriminator targets; the class embedding concatenated with the noise vector gives control over weather type.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01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loop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19379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classifier scores generated images as an FID proxy — confident correct labels mean the generator learned real weather semantics.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MH6 — EfficientNet-B3 + TTA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3317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3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 parameters at 300×300, fine-tuned through the last two blocks with discriminative LRs and cosine annealing. Label smoothing 0.1, 7-view test-time augmentation, 25 epochs with no early stopping.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401568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3A4585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511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VGG16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95.88%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402336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3A4585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4133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4114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95.88%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629400" y="464515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3A4585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4754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EfficientNet-B3 + TTA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47365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95.88%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9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runs converging on the same number is strong evidence of a dataset ceiling near 96%, not a modelling failure.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Cross-Notebook Learnings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held true across all six notebooks — and the fixes behind each lesson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64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385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pays off with fine-tuned features; on an FC-only head it actively hurts.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78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529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Unfreezing the last conv block with discriminative LRs gave the best generalization on a small dataset.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67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most when models fail differently; they rarely rescue genuinely ambiguous images.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07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&gt; distillation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6817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pruning plus fine-tuning produced the single best result at 95.88%.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384048" cy="384048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431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321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ceiling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596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class definitions cap accuracy near 96% — human-level ambiguity, not model capacity.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164592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applied fix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2286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cut accuracy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228600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22860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the last conv block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7614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student CNN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006840" y="27614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27614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pretrained MobileNetV2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32369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model file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06840" y="323697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323697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training and pruning in-notebook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7124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oscillation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006840" y="371246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37124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 + LR 5e-5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4187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shape error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006840" y="41879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1879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with dynamo=False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4663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API key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46634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6634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wttr.in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51389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 after refactor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006840" y="51389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326880" y="51389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from google.colab import files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561441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slower on CPU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56144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326880" y="561441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INT8 for size, accepted latency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spend effort on the next iteration of this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small datasets, prioritise pruning, careful fine-tuning and best-checkpoint tracking over bigger architectures.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69164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5424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35424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 first, then quantize to INT8 only when the target hardware accelerates it — otherwise stay FP32 for latency.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69164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6176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models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66176" y="22860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compact students such as MobileNetV2 or EfficientNet-Lite for distillation on device.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297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GAN outputs with the trained classifier, with FID and IS as secondary quality checks.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79392" y="370332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4297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notebooks self-contained and store large artifacts in GCS/S3 snapshots with checksums.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3703320"/>
            <a:ext cx="3493008" cy="1783080"/>
          </a:xfrm>
          <a:prstGeom prst="roundRect">
            <a:avLst>
              <a:gd name="adj" fmla="val 410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curation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297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ceiling is ~95.9%, so relabelling ambiguous cases is now the highest-leverage work left.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architecture and training choices improved stability and efficiency — ambiguous labels, not models, now cap test accuracy.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2026-09-17T14:16:54Z</dcterms:created>
  <dcterms:modified xsi:type="dcterms:W3CDTF">2026-09-17T14:16:54Z</dcterms:modified>
</cp:coreProperties>
</file>