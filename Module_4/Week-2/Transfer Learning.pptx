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626EE-9DA4-B3A0-A7C1-C3E223739E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96F90C-4F5E-EFBB-C5E1-02628FC207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288DD-C02A-1845-5D3B-D86B3D1D5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181B4-0472-4DE4-AF4A-3121548E7B87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57363-0E4E-21A6-0375-C55828ED5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4FC583-0E3B-B423-798F-0D5344240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52D0-249E-4433-9EA4-BE3706AF7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5234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9320B-7C9F-51ED-5DD7-2018CC877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719BD-F8F1-1079-C7C4-1954601DD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C4D5C-67A7-76E5-B00F-759146141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181B4-0472-4DE4-AF4A-3121548E7B87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3F7B2-0775-9A8C-844D-5AD063D0F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909B7-2023-7D90-97F6-E96D54556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52D0-249E-4433-9EA4-BE3706AF7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092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F7AA8-BEC4-F810-672E-A7BC65D1D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1D34F8-3A53-8FA5-C6A3-82AB21A8C3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A405D-6D85-D92E-0D48-D151B0EBA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181B4-0472-4DE4-AF4A-3121548E7B87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1F44A-0599-2E75-F8EE-EB285A86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58632-8138-D93D-E6F7-BFB41A8A0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52D0-249E-4433-9EA4-BE3706AF7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891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E2320-3E3A-5B11-A4C2-6BC86E3DA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D0B3E-0148-2D46-FC46-C99E598E94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6F7753-55B3-E38F-E470-AAA59FB266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075EE0-FA4A-F3E4-BAEE-F01C9140A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181B4-0472-4DE4-AF4A-3121548E7B87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531E80-6665-F5CE-E6E4-1186B8F1D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D99519-97E6-62C4-5244-BD61931B6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52D0-249E-4433-9EA4-BE3706AF7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4820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2EFA-BB02-63B0-35E5-98599C645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C01F3A-93BE-2C90-B1C7-D0E6117ED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C74F9C-1EF9-1CDF-8077-B2DC9519C3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ECFB9B-CA93-D997-1B9E-F140562952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2959F8-E378-E50C-FE35-50C2E9CBCE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E2A4F0-FDA4-C02A-C879-53DE3C61B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181B4-0472-4DE4-AF4A-3121548E7B87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712A60-9222-50FD-9F37-7794CE7C1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B6C51A-9A45-72E1-12D6-1F81BD8BE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52D0-249E-4433-9EA4-BE3706AF7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8364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764F6-C010-A7E5-67C2-1601BC26B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D746FF-F439-B03F-F926-A31F768D6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181B4-0472-4DE4-AF4A-3121548E7B87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8A839-1ACC-3FCD-ABAB-DC067894A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C5780C-BCE5-9310-EA34-D5BF85DC2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52D0-249E-4433-9EA4-BE3706AF7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9029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E7D10F-24FF-9801-903B-35F768B23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181B4-0472-4DE4-AF4A-3121548E7B87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75CE11-F295-D7E9-A0D0-7DD6B4B61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C46D6-AAC8-827F-375A-67C041904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52D0-249E-4433-9EA4-BE3706AF7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784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98E7E-3E5D-E865-63BC-CCB317BD8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96060-9134-258D-D359-B3AF17577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333B80-1A0F-244A-F108-75FD00A4B3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1C3EFC-0A3A-D460-8BF2-3B196465F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181B4-0472-4DE4-AF4A-3121548E7B87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9653E-A499-E4C4-9A53-5511AFB25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4215AC-EE95-7140-BD23-616FB0037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52D0-249E-4433-9EA4-BE3706AF7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899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C839A-ADC1-E31E-079C-AE3219E8C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175F91-3285-1C22-9355-333CD54FC2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62274C-C95A-4899-5ED5-36ED445473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10604F-AC71-8026-B7F6-F8DDA8E5B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181B4-0472-4DE4-AF4A-3121548E7B87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458272-830D-0904-3EC0-2EE256B05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650B56-5165-7DAB-10C6-C96880652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52D0-249E-4433-9EA4-BE3706AF7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3909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B4FFD-454C-1679-5ED8-4D439FC8E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1D86F9-229A-C203-D29A-ACFEB31C92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40660-5BB4-823D-BB46-2000FEBEB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181B4-0472-4DE4-AF4A-3121548E7B87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AC440-6018-5102-28F4-83D37216B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4D000-E664-A9D5-A432-7F7EDDFE7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52D0-249E-4433-9EA4-BE3706AF7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7024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944FFE-0AA5-5643-DDED-DE1434E265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39F8E2-2177-56FE-31BA-2C45B83D00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CEAEC7-100A-2B66-251B-99B30F29E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181B4-0472-4DE4-AF4A-3121548E7B87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299A1-6510-730F-5733-8CDDA82CA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3F45E-9C07-4492-5727-DE4B3C3D4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52D0-249E-4433-9EA4-BE3706AF7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7497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C80023-52B8-72B4-EA4F-008FDD43D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27677-04B5-C288-01A2-4DA6756A5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CA31A-6214-B07A-E722-087CA66B62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6181B4-0472-4DE4-AF4A-3121548E7B87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15AF8-0AD4-177F-96F4-9B6C7A4400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834A7-93D1-44E4-6C90-3828F75317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0652D0-249E-4433-9EA4-BE3706AF72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604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6A585-0457-B2B8-930D-5462891B4E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Transfer Learning</a:t>
            </a:r>
          </a:p>
        </p:txBody>
      </p:sp>
    </p:spTree>
    <p:extLst>
      <p:ext uri="{BB962C8B-B14F-4D97-AF65-F5344CB8AC3E}">
        <p14:creationId xmlns:p14="http://schemas.microsoft.com/office/powerpoint/2010/main" val="1741583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8118F4-C15A-9644-4769-876EF6A1F6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962" y="1566862"/>
            <a:ext cx="7458075" cy="37242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54BA6F-1227-C2A8-D415-4138C964BCB7}"/>
              </a:ext>
            </a:extLst>
          </p:cNvPr>
          <p:cNvSpPr txBox="1"/>
          <p:nvPr/>
        </p:nvSpPr>
        <p:spPr>
          <a:xfrm>
            <a:off x="3780890" y="441789"/>
            <a:ext cx="1941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Original VGG</a:t>
            </a:r>
          </a:p>
        </p:txBody>
      </p:sp>
    </p:spTree>
    <p:extLst>
      <p:ext uri="{BB962C8B-B14F-4D97-AF65-F5344CB8AC3E}">
        <p14:creationId xmlns:p14="http://schemas.microsoft.com/office/powerpoint/2010/main" val="3853853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989CC01B-AB8C-DC13-46B4-101E1827A6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1798" y="164386"/>
            <a:ext cx="54879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948B8FA-5D95-C77A-27D8-D2DC1D5485B6}"/>
              </a:ext>
            </a:extLst>
          </p:cNvPr>
          <p:cNvSpPr txBox="1"/>
          <p:nvPr/>
        </p:nvSpPr>
        <p:spPr>
          <a:xfrm>
            <a:off x="2332234" y="441789"/>
            <a:ext cx="3390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Original VGG Modified</a:t>
            </a:r>
          </a:p>
        </p:txBody>
      </p:sp>
    </p:spTree>
    <p:extLst>
      <p:ext uri="{BB962C8B-B14F-4D97-AF65-F5344CB8AC3E}">
        <p14:creationId xmlns:p14="http://schemas.microsoft.com/office/powerpoint/2010/main" val="2026117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7E5F4C-D0EA-E245-A5B0-F461F2AA69E2}"/>
              </a:ext>
            </a:extLst>
          </p:cNvPr>
          <p:cNvSpPr txBox="1"/>
          <p:nvPr/>
        </p:nvSpPr>
        <p:spPr>
          <a:xfrm>
            <a:off x="780836" y="3315095"/>
            <a:ext cx="850957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Model </a:t>
            </a:r>
            <a:r>
              <a:rPr lang="en-IN" dirty="0" err="1"/>
              <a:t>Evalution</a:t>
            </a:r>
            <a:r>
              <a:rPr lang="en-IN" dirty="0"/>
              <a:t>:</a:t>
            </a:r>
          </a:p>
          <a:p>
            <a:r>
              <a:rPr lang="en-IN" dirty="0"/>
              <a:t>Test Loss: 0.0793</a:t>
            </a:r>
          </a:p>
          <a:p>
            <a:r>
              <a:rPr lang="en-IN" dirty="0"/>
              <a:t>Test Accuracy: 0.9778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By changing the final layer from 1,000 output features to just 4, </a:t>
            </a:r>
          </a:p>
          <a:p>
            <a:r>
              <a:rPr lang="en-IN" dirty="0"/>
              <a:t>the final Linear-39 layer drops from 4,097,000 parameters down to 16,388 parameters (4096 * 4 + 4).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969648-7CD1-BD59-9D4C-476EC898AFD3}"/>
              </a:ext>
            </a:extLst>
          </p:cNvPr>
          <p:cNvSpPr txBox="1"/>
          <p:nvPr/>
        </p:nvSpPr>
        <p:spPr>
          <a:xfrm>
            <a:off x="881007" y="638476"/>
            <a:ext cx="8581491" cy="2032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Trainingwith</a:t>
            </a:r>
            <a:r>
              <a:rPr lang="en-IN" dirty="0"/>
              <a:t> modification:</a:t>
            </a:r>
          </a:p>
          <a:p>
            <a:r>
              <a:rPr lang="en-IN" dirty="0"/>
              <a:t>Epoch 18/25 - Loss: 0.3089, Accuracy: 0.8911</a:t>
            </a:r>
          </a:p>
          <a:p>
            <a:r>
              <a:rPr lang="en-IN" dirty="0"/>
              <a:t>Epoch 19/25 - Loss: 0.2737, Accuracy: 0.8911</a:t>
            </a:r>
          </a:p>
          <a:p>
            <a:r>
              <a:rPr lang="en-IN" dirty="0"/>
              <a:t>Epoch 20/25 - Loss: 0.2939, Accuracy: 0.8944</a:t>
            </a:r>
          </a:p>
          <a:p>
            <a:r>
              <a:rPr lang="en-IN" dirty="0"/>
              <a:t>Epoch 21/25 - Loss: 0.2718, Accuracy: 0.9067</a:t>
            </a:r>
          </a:p>
          <a:p>
            <a:r>
              <a:rPr lang="en-IN" dirty="0"/>
              <a:t>Epoch 22/25 - Loss: 0.2784, Accuracy: 0.8922</a:t>
            </a:r>
          </a:p>
          <a:p>
            <a:r>
              <a:rPr lang="en-IN" dirty="0"/>
              <a:t>Epoch 23/25 - Loss: 0.2428, Accuracy: 0.9211</a:t>
            </a:r>
          </a:p>
        </p:txBody>
      </p:sp>
    </p:spTree>
    <p:extLst>
      <p:ext uri="{BB962C8B-B14F-4D97-AF65-F5344CB8AC3E}">
        <p14:creationId xmlns:p14="http://schemas.microsoft.com/office/powerpoint/2010/main" val="3235276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7B19EF-F939-AB62-E16A-7B78AF6D4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2437" y="809490"/>
            <a:ext cx="4407126" cy="52390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9D23404-59F0-8654-89EA-E0E67C3A40DB}"/>
              </a:ext>
            </a:extLst>
          </p:cNvPr>
          <p:cNvSpPr txBox="1"/>
          <p:nvPr/>
        </p:nvSpPr>
        <p:spPr>
          <a:xfrm>
            <a:off x="2239766" y="441789"/>
            <a:ext cx="3482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Original </a:t>
            </a:r>
            <a:r>
              <a:rPr lang="en-IN" dirty="0" err="1"/>
              <a:t>Squeezenet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1047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80F68CCA-C620-45D3-EB7B-DA71E8BCD2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1213" y="0"/>
            <a:ext cx="54879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85E304D-AF68-716D-0AED-B9113366BE73}"/>
              </a:ext>
            </a:extLst>
          </p:cNvPr>
          <p:cNvSpPr txBox="1"/>
          <p:nvPr/>
        </p:nvSpPr>
        <p:spPr>
          <a:xfrm>
            <a:off x="493160" y="493159"/>
            <a:ext cx="3482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Modified </a:t>
            </a:r>
            <a:r>
              <a:rPr lang="en-IN" dirty="0" err="1"/>
              <a:t>Squeezenet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3582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9C4212-5144-07BB-1E87-1BEB6D5EED0D}"/>
              </a:ext>
            </a:extLst>
          </p:cNvPr>
          <p:cNvSpPr txBox="1"/>
          <p:nvPr/>
        </p:nvSpPr>
        <p:spPr>
          <a:xfrm>
            <a:off x="675525" y="515187"/>
            <a:ext cx="609771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Starting training... Epoch 1/6 - Loss: 0.1477, Accuracy: 0.9522 Epoch 2/6 - Loss: 0.1331, Accuracy: 0.9544 Epoch 3/6 - Loss: 0.1393, Accuracy: 0.9522 Epoch 4/6 - Loss: 0.1258, Accuracy: 0.9600 Epoch 5/6 - Loss: 0.1305, Accuracy: 0.9578 Epoch 6/6 - Loss: 0.1288, Accuracy: 0.9600 Training complete!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E6590E-D53E-0136-431F-DE1D04A93DD2}"/>
              </a:ext>
            </a:extLst>
          </p:cNvPr>
          <p:cNvSpPr txBox="1"/>
          <p:nvPr/>
        </p:nvSpPr>
        <p:spPr>
          <a:xfrm>
            <a:off x="922105" y="4664736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Test Loss: 0.0853 Test Accuracy: 0.9644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55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</Words>
  <Application>Microsoft Office PowerPoint</Application>
  <PresentationFormat>Widescreen</PresentationFormat>
  <Paragraphs>21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Courier New</vt:lpstr>
      <vt:lpstr>Office Theme</vt:lpstr>
      <vt:lpstr>Transfer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Jataansh Scandaansh</dc:creator>
  <cp:lastModifiedBy>Jataansh Scandaansh</cp:lastModifiedBy>
  <cp:revision>1</cp:revision>
  <dcterms:created xsi:type="dcterms:W3CDTF">2026-09-19T07:18:23Z</dcterms:created>
  <dcterms:modified xsi:type="dcterms:W3CDTF">2026-09-19T07:18:31Z</dcterms:modified>
</cp:coreProperties>
</file>